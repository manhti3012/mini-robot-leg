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0"/>
  </p:notesMasterIdLst>
  <p:handoutMasterIdLst>
    <p:handoutMasterId r:id="rId11"/>
  </p:handoutMasterIdLst>
  <p:sldIdLst>
    <p:sldId id="275" r:id="rId2"/>
    <p:sldId id="257" r:id="rId3"/>
    <p:sldId id="270" r:id="rId4"/>
    <p:sldId id="266" r:id="rId5"/>
    <p:sldId id="265" r:id="rId6"/>
    <p:sldId id="261" r:id="rId7"/>
    <p:sldId id="267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9E84C-B58B-4306-98C9-2F987CB6FE07}" v="1" dt="2025-10-27T06:00:14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ũng Giản Việt" userId="78376e7e83c79d95" providerId="LiveId" clId="{15500238-A6F8-4DF7-9A64-3A602E619D15}"/>
    <pc:docChg chg="undo custSel delSld modSld">
      <pc:chgData name="Dũng Giản Việt" userId="78376e7e83c79d95" providerId="LiveId" clId="{15500238-A6F8-4DF7-9A64-3A602E619D15}" dt="2025-10-27T06:01:10.301" v="167" actId="1076"/>
      <pc:docMkLst>
        <pc:docMk/>
      </pc:docMkLst>
      <pc:sldChg chg="modSp mod">
        <pc:chgData name="Dũng Giản Việt" userId="78376e7e83c79d95" providerId="LiveId" clId="{15500238-A6F8-4DF7-9A64-3A602E619D15}" dt="2025-10-27T05:54:17.952" v="120" actId="20577"/>
        <pc:sldMkLst>
          <pc:docMk/>
          <pc:sldMk cId="743172911" sldId="257"/>
        </pc:sldMkLst>
        <pc:spChg chg="mod">
          <ac:chgData name="Dũng Giản Việt" userId="78376e7e83c79d95" providerId="LiveId" clId="{15500238-A6F8-4DF7-9A64-3A602E619D15}" dt="2025-10-27T05:53:23.249" v="13" actId="20577"/>
          <ac:spMkLst>
            <pc:docMk/>
            <pc:sldMk cId="743172911" sldId="257"/>
            <ac:spMk id="11" creationId="{FF8BDF70-CFA6-4031-86B7-31F910D8115D}"/>
          </ac:spMkLst>
        </pc:spChg>
        <pc:spChg chg="mod">
          <ac:chgData name="Dũng Giản Việt" userId="78376e7e83c79d95" providerId="LiveId" clId="{15500238-A6F8-4DF7-9A64-3A602E619D15}" dt="2025-10-27T05:54:17.952" v="120" actId="20577"/>
          <ac:spMkLst>
            <pc:docMk/>
            <pc:sldMk cId="743172911" sldId="257"/>
            <ac:spMk id="12" creationId="{A4ACF486-B7D8-4A5A-B633-83527A2F99E2}"/>
          </ac:spMkLst>
        </pc:spChg>
      </pc:sldChg>
      <pc:sldChg chg="addSp delSp modSp mod setBg">
        <pc:chgData name="Dũng Giản Việt" userId="78376e7e83c79d95" providerId="LiveId" clId="{15500238-A6F8-4DF7-9A64-3A602E619D15}" dt="2025-10-27T06:01:10.301" v="167" actId="1076"/>
        <pc:sldMkLst>
          <pc:docMk/>
          <pc:sldMk cId="3194012731" sldId="267"/>
        </pc:sldMkLst>
        <pc:spChg chg="mod">
          <ac:chgData name="Dũng Giản Việt" userId="78376e7e83c79d95" providerId="LiveId" clId="{15500238-A6F8-4DF7-9A64-3A602E619D15}" dt="2025-10-27T06:00:07.233" v="156" actId="26606"/>
          <ac:spMkLst>
            <pc:docMk/>
            <pc:sldMk cId="3194012731" sldId="267"/>
            <ac:spMk id="2" creationId="{66CA7ECF-1792-4255-AF79-1338056A166B}"/>
          </ac:spMkLst>
        </pc:spChg>
        <pc:spChg chg="add del mod">
          <ac:chgData name="Dũng Giản Việt" userId="78376e7e83c79d95" providerId="LiveId" clId="{15500238-A6F8-4DF7-9A64-3A602E619D15}" dt="2025-10-27T06:01:07.532" v="165" actId="1076"/>
          <ac:spMkLst>
            <pc:docMk/>
            <pc:sldMk cId="3194012731" sldId="267"/>
            <ac:spMk id="3" creationId="{387A365B-2C63-46A3-AD64-BA52831BEC40}"/>
          </ac:spMkLst>
        </pc:spChg>
        <pc:spChg chg="mod ord">
          <ac:chgData name="Dũng Giản Việt" userId="78376e7e83c79d95" providerId="LiveId" clId="{15500238-A6F8-4DF7-9A64-3A602E619D15}" dt="2025-10-27T06:00:07.233" v="156" actId="26606"/>
          <ac:spMkLst>
            <pc:docMk/>
            <pc:sldMk cId="3194012731" sldId="267"/>
            <ac:spMk id="4" creationId="{FB67697B-E2F6-452F-B4AF-9444ACC6F580}"/>
          </ac:spMkLst>
        </pc:spChg>
        <pc:spChg chg="add del">
          <ac:chgData name="Dũng Giản Việt" userId="78376e7e83c79d95" providerId="LiveId" clId="{15500238-A6F8-4DF7-9A64-3A602E619D15}" dt="2025-10-27T06:00:07.233" v="156" actId="26606"/>
          <ac:spMkLst>
            <pc:docMk/>
            <pc:sldMk cId="3194012731" sldId="267"/>
            <ac:spMk id="11" creationId="{D4771268-CB57-404A-9271-370EB28F6090}"/>
          </ac:spMkLst>
        </pc:spChg>
        <pc:picChg chg="add mod">
          <ac:chgData name="Dũng Giản Việt" userId="78376e7e83c79d95" providerId="LiveId" clId="{15500238-A6F8-4DF7-9A64-3A602E619D15}" dt="2025-10-27T06:01:08.901" v="166" actId="1076"/>
          <ac:picMkLst>
            <pc:docMk/>
            <pc:sldMk cId="3194012731" sldId="267"/>
            <ac:picMk id="6" creationId="{B69D832B-E465-BF43-24EA-0645478BA215}"/>
          </ac:picMkLst>
        </pc:picChg>
        <pc:picChg chg="add mod">
          <ac:chgData name="Dũng Giản Việt" userId="78376e7e83c79d95" providerId="LiveId" clId="{15500238-A6F8-4DF7-9A64-3A602E619D15}" dt="2025-10-27T06:00:19.659" v="161" actId="1076"/>
          <ac:picMkLst>
            <pc:docMk/>
            <pc:sldMk cId="3194012731" sldId="267"/>
            <ac:picMk id="8" creationId="{19341511-7931-6100-E273-C5158D465B64}"/>
          </ac:picMkLst>
        </pc:picChg>
        <pc:picChg chg="add mod">
          <ac:chgData name="Dũng Giản Việt" userId="78376e7e83c79d95" providerId="LiveId" clId="{15500238-A6F8-4DF7-9A64-3A602E619D15}" dt="2025-10-27T06:01:10.301" v="167" actId="1076"/>
          <ac:picMkLst>
            <pc:docMk/>
            <pc:sldMk cId="3194012731" sldId="267"/>
            <ac:picMk id="10" creationId="{539404FA-3D63-0A8F-9EBA-FEF88299601C}"/>
          </ac:picMkLst>
        </pc:picChg>
      </pc:sldChg>
      <pc:sldChg chg="del">
        <pc:chgData name="Dũng Giản Việt" userId="78376e7e83c79d95" providerId="LiveId" clId="{15500238-A6F8-4DF7-9A64-3A602E619D15}" dt="2025-10-27T05:54:42.513" v="124" actId="47"/>
        <pc:sldMkLst>
          <pc:docMk/>
          <pc:sldMk cId="3651498809" sldId="271"/>
        </pc:sldMkLst>
      </pc:sldChg>
      <pc:sldChg chg="del">
        <pc:chgData name="Dũng Giản Việt" userId="78376e7e83c79d95" providerId="LiveId" clId="{15500238-A6F8-4DF7-9A64-3A602E619D15}" dt="2025-10-27T05:54:41.754" v="123" actId="47"/>
        <pc:sldMkLst>
          <pc:docMk/>
          <pc:sldMk cId="644728685" sldId="272"/>
        </pc:sldMkLst>
      </pc:sldChg>
      <pc:sldChg chg="del">
        <pc:chgData name="Dũng Giản Việt" userId="78376e7e83c79d95" providerId="LiveId" clId="{15500238-A6F8-4DF7-9A64-3A602E619D15}" dt="2025-10-27T05:54:40.881" v="122" actId="47"/>
        <pc:sldMkLst>
          <pc:docMk/>
          <pc:sldMk cId="2581069546" sldId="273"/>
        </pc:sldMkLst>
      </pc:sldChg>
      <pc:sldChg chg="del">
        <pc:chgData name="Dũng Giản Việt" userId="78376e7e83c79d95" providerId="LiveId" clId="{15500238-A6F8-4DF7-9A64-3A602E619D15}" dt="2025-10-27T05:54:39.934" v="121" actId="47"/>
        <pc:sldMkLst>
          <pc:docMk/>
          <pc:sldMk cId="1130957413" sldId="274"/>
        </pc:sldMkLst>
      </pc:sldChg>
      <pc:sldChg chg="del">
        <pc:chgData name="Dũng Giản Việt" userId="78376e7e83c79d95" providerId="LiveId" clId="{15500238-A6F8-4DF7-9A64-3A602E619D15}" dt="2025-10-27T05:53:05.910" v="0" actId="47"/>
        <pc:sldMkLst>
          <pc:docMk/>
          <pc:sldMk cId="945003436" sldId="276"/>
        </pc:sldMkLst>
      </pc:sldChg>
      <pc:sldMasterChg chg="delSldLayout">
        <pc:chgData name="Dũng Giản Việt" userId="78376e7e83c79d95" providerId="LiveId" clId="{15500238-A6F8-4DF7-9A64-3A602E619D15}" dt="2025-10-27T05:53:05.910" v="0" actId="47"/>
        <pc:sldMasterMkLst>
          <pc:docMk/>
          <pc:sldMasterMk cId="2819895280" sldId="2147483658"/>
        </pc:sldMasterMkLst>
        <pc:sldLayoutChg chg="del">
          <pc:chgData name="Dũng Giản Việt" userId="78376e7e83c79d95" providerId="LiveId" clId="{15500238-A6F8-4DF7-9A64-3A602E619D15}" dt="2025-10-27T05:53:05.910" v="0" actId="47"/>
          <pc:sldLayoutMkLst>
            <pc:docMk/>
            <pc:sldMasterMk cId="2819895280" sldId="2147483658"/>
            <pc:sldLayoutMk cId="678804056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10/27/2025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6" r:id="rId7"/>
    <p:sldLayoutId id="2147483679" r:id="rId8"/>
    <p:sldLayoutId id="2147483680" r:id="rId9"/>
    <p:sldLayoutId id="2147483681" r:id="rId10"/>
    <p:sldLayoutId id="2147483682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ROBOT_LEG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 err="1"/>
              <a:t>Đỗ</a:t>
            </a:r>
            <a:r>
              <a:rPr lang="en-US" sz="2800" b="0" dirty="0"/>
              <a:t> Tiến Mạnh 20236232</a:t>
            </a:r>
          </a:p>
          <a:p>
            <a:r>
              <a:rPr lang="en-US" sz="2800" b="0" dirty="0"/>
              <a:t>Giản Việt Dũng 20236127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E6E8B-CA6C-55F9-B624-AB2BC25AF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7940" y="1423289"/>
            <a:ext cx="273026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4 </a:t>
            </a:r>
            <a:r>
              <a:rPr lang="en-US" dirty="0" err="1"/>
              <a:t>khâu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DABC24-3D25-9463-7F33-1C24F39F7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" y="1423289"/>
            <a:ext cx="5125655" cy="461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gập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 descr="A diagram of a mathematical model&#10;&#10;AI-generated content may be incorrect.">
            <a:extLst>
              <a:ext uri="{FF2B5EF4-FFF2-40B4-BE49-F238E27FC236}">
                <a16:creationId xmlns:a16="http://schemas.microsoft.com/office/drawing/2014/main" id="{18E6ACBF-DDFA-8929-D494-B5047F147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" y="963168"/>
            <a:ext cx="8379644" cy="443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duỗi</a:t>
            </a:r>
            <a:r>
              <a:rPr lang="en-US" dirty="0"/>
              <a:t> </a:t>
            </a:r>
            <a:r>
              <a:rPr lang="en-US" dirty="0" err="1"/>
              <a:t>ra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59A684-7E97-5FCF-6C61-D787FE0E72C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4950" y="1301764"/>
            <a:ext cx="8674100" cy="438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Thay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pom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C8196C5E-7B93-4E81-B617-CD97C06D6032}"/>
              </a:ext>
            </a:extLst>
          </p:cNvPr>
          <p:cNvSpPr>
            <a:spLocks noGrp="1"/>
          </p:cNvSpPr>
          <p:nvPr>
            <p:ph type="chart" sz="quarter" idx="4294967295"/>
          </p:nvPr>
        </p:nvSpPr>
        <p:spPr>
          <a:xfrm>
            <a:off x="247651" y="1406769"/>
            <a:ext cx="4324350" cy="465589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97DBD7-1F92-EBDC-2DBD-2F206DDB9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37" y="1406769"/>
            <a:ext cx="8430276" cy="481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Cycloidal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0" y="1156800"/>
            <a:ext cx="5384672" cy="55292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9D832B-E465-BF43-24EA-0645478BA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883" y="1156800"/>
            <a:ext cx="2931902" cy="2674189"/>
          </a:xfrm>
          <a:prstGeom prst="rect">
            <a:avLst/>
          </a:prstGeom>
        </p:spPr>
      </p:pic>
      <p:pic>
        <p:nvPicPr>
          <p:cNvPr id="8" name="Picture 7" descr="A transparent object with a round base&#10;&#10;AI-generated content may be incorrect.">
            <a:extLst>
              <a:ext uri="{FF2B5EF4-FFF2-40B4-BE49-F238E27FC236}">
                <a16:creationId xmlns:a16="http://schemas.microsoft.com/office/drawing/2014/main" id="{19341511-7931-6100-E273-C5158D465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118" y="3646529"/>
            <a:ext cx="3114349" cy="29012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9404FA-3D63-0A8F-9EBA-FEF882996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785" y="1153228"/>
            <a:ext cx="2454902" cy="235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38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Lato</vt:lpstr>
      <vt:lpstr>Office Theme</vt:lpstr>
      <vt:lpstr>PowerPoint Presentation</vt:lpstr>
      <vt:lpstr>PowerPoint Presentation</vt:lpstr>
      <vt:lpstr>Cơ cấu 4 khâu</vt:lpstr>
      <vt:lpstr>Khi chân gập lại</vt:lpstr>
      <vt:lpstr>Khi chân duỗi ra</vt:lpstr>
      <vt:lpstr>Thay khớp nối bằng pom</vt:lpstr>
      <vt:lpstr>Cycloidal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Dũng Giản Việt</cp:lastModifiedBy>
  <cp:revision>14</cp:revision>
  <dcterms:created xsi:type="dcterms:W3CDTF">2021-05-28T04:32:29Z</dcterms:created>
  <dcterms:modified xsi:type="dcterms:W3CDTF">2025-10-27T06:01:19Z</dcterms:modified>
</cp:coreProperties>
</file>